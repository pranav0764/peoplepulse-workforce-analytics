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6" r:id="rId9"/>
    <p:sldId id="265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ADF9-5AA1-6823-22A8-C75FE01E6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B5EF7-6F9F-1BB2-BCE2-77FD5C82A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E4053-A143-428A-F565-80547E87D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711D-0991-438A-90DF-6E6454AF5B08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D4228-4B98-7FFD-9F48-CE32E5759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E6E6B-1150-3600-034D-47D443442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EE76-9B00-403E-AC18-09D6258B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4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72301-C418-539C-2864-EA7491154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296EE-BD9F-D0F8-D528-8244943F2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EFDCE-A265-6B14-CE18-9163890C5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711D-0991-438A-90DF-6E6454AF5B08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C1DA0-5F44-4427-9F41-47CB05498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075CE-ECD5-B659-D211-FB878B48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EE76-9B00-403E-AC18-09D6258B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4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81CEE-E5DE-5F9E-C9E3-C4C10A32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6DEBD-1F92-D190-ED91-0C2D1C3B0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69312-9E4F-0F79-C1F4-0C4B353FC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711D-0991-438A-90DF-6E6454AF5B08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6B739-1B74-4921-FD41-9F34C8AD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F53CE-F2F3-9D00-B695-9216D6F72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EE76-9B00-403E-AC18-09D6258B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65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1D724-C3B3-DD0F-0779-47F11CFBF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1011A-0358-E08F-B566-2DC3C7EFD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A0873-4E69-7E8D-5C54-BEB7A2043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1B5DF-B4A8-E7D3-7C23-57BAA51E5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711D-0991-438A-90DF-6E6454AF5B08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BFBFB-0F13-87B8-39FF-8DDF4986A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BC318-1AF6-D6A3-272E-274F51F8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EE76-9B00-403E-AC18-09D6258B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15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DD5B7-2D1B-2856-F9F8-20D9520B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62D02-93FB-941B-8ABF-4C47DF9C3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8A2C1-C701-60A8-CC23-18AC92E42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B1564-0939-54E6-A17A-D54A9188A2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9BB66-562B-C5DD-776F-356BE9F7C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B1A62D-47EC-99D5-9DDA-51D196DF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711D-0991-438A-90DF-6E6454AF5B08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820694-1D14-E5F7-3B7E-158217CF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C7A477-AF10-3401-72E8-E5917BD47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EE76-9B00-403E-AC18-09D6258B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9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B0B26-D44F-8C90-78FE-C0D0B9604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C6F4F-E039-3695-A67A-B53DA35FE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711D-0991-438A-90DF-6E6454AF5B08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B0A751-0BE0-75D2-A0F1-DBC2C4594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E73D2-FF43-89B5-0608-5565EFEA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EE76-9B00-403E-AC18-09D6258B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6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F80FBA-23B1-CD20-B537-D5B82E3DF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711D-0991-438A-90DF-6E6454AF5B08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1A2B1E-F4B6-9643-7B74-34C86FCB2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BF399-E210-524C-C12D-DF26BCCC4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EE76-9B00-403E-AC18-09D6258B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8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760E-F5E7-8D58-42C8-B3B2989A3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8C969-3574-0012-375E-D2A17CFFE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A9892-8719-AF88-63C3-5C916E451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3D164-428C-589E-8666-C823D57EA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711D-0991-438A-90DF-6E6454AF5B08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7E376-DA66-5B00-AE8F-749FF4CC0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80406-CBAC-A59A-A615-E20CF739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EE76-9B00-403E-AC18-09D6258B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5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950AB-16ED-C6E9-8A32-F171ADD82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D0B5B-3164-7A64-84DD-C17025D78D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5CB85-8C51-CA8B-A7EC-20D8C262D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7715A-41FB-9462-9770-FD4FD4783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711D-0991-438A-90DF-6E6454AF5B08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40773-A7B8-E7EC-9029-FD0EF7E6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7CADF-0763-4129-6E09-10C673E9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EE76-9B00-403E-AC18-09D6258B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91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8A4F9-473A-DA01-ED3F-5B06C047A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498D1-E858-7219-009D-50C65C86D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8E816-2684-9595-282E-FA09888DB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711D-0991-438A-90DF-6E6454AF5B08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2A886-7ACF-C6B2-C413-402D5A73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DB04A-EF66-A6DE-FD1C-F6DB4374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EE76-9B00-403E-AC18-09D6258B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62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018BEA-F73C-CCB7-ABFC-6C47E7B7B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4F8C5-4837-19E2-ADEB-F90B3C163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B4FD2-987A-2E79-B189-84466B603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4711D-0991-438A-90DF-6E6454AF5B08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244AB-918C-0ECF-3C49-C17BC9455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25095-8699-BBE5-8A53-92654822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EE76-9B00-403E-AC18-09D6258B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4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C9320-593D-8F1B-50E2-BF8107784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409F0-7C14-BDB9-75F7-50FA07543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61278-1A59-94EE-5CB4-7430AEA98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4711D-0991-438A-90DF-6E6454AF5B08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50951-9B85-EFF2-D989-99DAC6BEEE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A7F99-1FAE-7752-3651-E95CA0D16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1EE76-9B00-403E-AC18-09D6258B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0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D449CC-FDAA-B939-71D7-28AF4B5F9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97" y="739104"/>
            <a:ext cx="10304206" cy="537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63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DDAB09-CCA0-AD61-EA31-B683D5593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117" y="1474300"/>
            <a:ext cx="7437765" cy="39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4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41B34A-C6C7-66F1-BD87-6FDA0E4B4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307" y="1474300"/>
            <a:ext cx="7445385" cy="39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22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C1F675-4DDE-2BBD-DB5F-B4F7CB9CA1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686" y="1474300"/>
            <a:ext cx="7460627" cy="39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70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41132-C77C-0E7F-6085-2DB09EE48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686" y="1481921"/>
            <a:ext cx="7460627" cy="3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858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D72E8B-0192-FA20-FE22-6C85FD1AC7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631" y="1334437"/>
            <a:ext cx="7430144" cy="3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0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E8547B-83EF-5EC6-FBF2-FE7DE2DBF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307" y="1489542"/>
            <a:ext cx="7445385" cy="387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102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A5E666-A390-2EFE-0C0D-ED92ED36D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13" y="2746473"/>
            <a:ext cx="7453006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79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20E93D-D813-4068-F5A0-3C446DF8E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342" y="1259589"/>
            <a:ext cx="7437765" cy="388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7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C87EC8-C9EA-F523-5B6F-C7379D035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004" y="991907"/>
            <a:ext cx="7445385" cy="387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77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86A341-59DD-7063-0DEB-C11A183A0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4" y="39872"/>
            <a:ext cx="6015322" cy="31784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3D22E7-A85E-30BD-1345-5CD055879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872"/>
            <a:ext cx="5979195" cy="31784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62C0E8-36FD-40D6-F9E8-639E75D04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920" y="3347444"/>
            <a:ext cx="5974080" cy="31784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CD1FD3B-CF91-1BE5-91D2-5F3FEB5321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4" y="3347444"/>
            <a:ext cx="5881366" cy="311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10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37BAF9-4741-7029-47E3-4186B1327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237" y="1376511"/>
            <a:ext cx="7437765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51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11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Rutuja Padwal</dc:creator>
  <cp:lastModifiedBy>Rutuja Padwal</cp:lastModifiedBy>
  <cp:revision>1</cp:revision>
  <dcterms:created xsi:type="dcterms:W3CDTF">2026-08-04T00:39:21Z</dcterms:created>
  <dcterms:modified xsi:type="dcterms:W3CDTF">2026-08-04T00:50:46Z</dcterms:modified>
</cp:coreProperties>
</file>